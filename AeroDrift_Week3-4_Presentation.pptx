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188720"/>
            <a:ext cx="1188720" cy="731520"/>
          </a:xfrm>
          <a:prstGeom prst="line">
            <a:avLst/>
          </a:prstGeom>
          <a:noFill/>
          <a:ln w="15875">
            <a:solidFill>
              <a:srgbClr val="3944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1188720"/>
            <a:ext cx="365760" cy="1371600"/>
          </a:xfrm>
          <a:prstGeom prst="line">
            <a:avLst/>
          </a:prstGeom>
          <a:noFill/>
          <a:ln w="15875">
            <a:solidFill>
              <a:srgbClr val="3944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1920240"/>
            <a:ext cx="365760" cy="1371600"/>
          </a:xfrm>
          <a:prstGeom prst="line">
            <a:avLst/>
          </a:prstGeom>
          <a:noFill/>
          <a:ln w="15875">
            <a:solidFill>
              <a:srgbClr val="3944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2560320"/>
            <a:ext cx="548640" cy="1463040"/>
          </a:xfrm>
          <a:prstGeom prst="line">
            <a:avLst/>
          </a:prstGeom>
          <a:noFill/>
          <a:ln w="15875">
            <a:solidFill>
              <a:srgbClr val="3944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3291840"/>
            <a:ext cx="274320" cy="1554480"/>
          </a:xfrm>
          <a:prstGeom prst="line">
            <a:avLst/>
          </a:prstGeom>
          <a:noFill/>
          <a:ln w="15875">
            <a:solidFill>
              <a:srgbClr val="3944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0" y="4023360"/>
            <a:ext cx="1097280" cy="822960"/>
          </a:xfrm>
          <a:prstGeom prst="line">
            <a:avLst/>
          </a:prstGeom>
          <a:noFill/>
          <a:ln w="15875">
            <a:solidFill>
              <a:srgbClr val="3944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4023360"/>
            <a:ext cx="365760" cy="1371600"/>
          </a:xfrm>
          <a:prstGeom prst="line">
            <a:avLst/>
          </a:prstGeom>
          <a:noFill/>
          <a:ln w="15875">
            <a:solidFill>
              <a:srgbClr val="3944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0" y="118872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92640" y="1170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881360" y="192024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881360" y="1901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26880" y="256032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26880" y="2542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247120" y="3291840"/>
            <a:ext cx="310896" cy="310896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247120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875520" y="402336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875520" y="4005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972800" y="484632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0" y="4828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9760" y="539496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509760" y="5376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2331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AeroDrift</a:t>
            </a:r>
            <a:endParaRPr lang="en-US" sz="60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Cloud Topology &amp; AST Remediation Graph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49808" y="388620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2A356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3886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  ·  SPRINT REVIEW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Remediation &amp; the Self-Healing Engine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CloudOps &amp; Infrastructure Automation  ·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Weeks 1–2 Left 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EEF1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AeroDrift can already see.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ingests live AWS state concurrently, models the account as a NetworkX reachability graph, and detects an Internet → database path in ~1.3 seconds with zero false positives.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seeing isn't enough.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 turn detection into autonomous action: generate the exact fix, run it safely, verify it worked, and leave a durable audit trail — with no human in the loop.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3–4 Sprint Review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 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Weeks 3–4 Set Out To Prove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18488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a precise, syntactically-valid remediation function from a DriftFinding using Python's ast module — not string templating.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493008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that generated code safely: import allow-lists, restricted builtins, and a hard timeout.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384048" cy="38404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1618488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self-heal by re-ingesting state and re-running the reachability query.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384048" cy="38404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3493008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a full history and generate a durable, human-readable PDF incident report per event.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3–4 Sprint Review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AGENTIC AUTOMATION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AST Code Generator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string-templating Python (fragile — one missing quote breaks at runtime), AeroDrift parses, transforms, and unparses a real syntax tree.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ast.parse(template)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 generic remediation template once into a real AST.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3108960"/>
            <a:ext cx="22860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37560" y="196596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8728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3872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NodeTransformer.visit()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placeholder Constant nodes for the finding's real SG id, ports, CIDR.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108960"/>
            <a:ext cx="22860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196596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27648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2764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 the FunctionDef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function a unique, auditable name per security group.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32520" y="3108960"/>
            <a:ext cx="22860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15400" y="196596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16568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1656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ast.unparse(tree)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guaranteed-valid Python source; re-parse it as a final sanity check.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617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substitution happens on AST nodes — not strings — the output is guaranteed syntactically valid. There is no way to generate a broken f-string or an unbalanced brace.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3–4 Sprint Review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GENERATED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Gets Synthesized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406640" cy="4709160"/>
          </a:xfrm>
          <a:prstGeom prst="roundRect">
            <a:avLst>
              <a:gd name="adj" fmla="val 1165"/>
            </a:avLst>
          </a:prstGeom>
          <a:solidFill>
            <a:srgbClr val="0D12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36115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botocore.exceptions import ClientError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9946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6281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remediate_drift_sg_caaf5dcf5daf356a7(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26157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region_name='us-east-1'):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8950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security_group_id = 'sg-caaf5dcf5daf356a7'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52851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ec2 = boto3.client('ec2', region_name=region_name)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1619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ip_permissions = [{'IpProtocol': 'tcp',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67954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'FromPort': 5432, 'ToPort': 5432,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942893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'IpRanges': [{'CidrIp': '0.0.0.0/0'}]}]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062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469587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ec2.revoke_security_group_ingress(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73293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GroupId=security_group_id,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99628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IpPermissions=ip_permissions)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259629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{'status': 'SUCCESS', ...}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52297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ClientError as exc: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786323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{'status': 'FAILED', ...}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83880" y="1417320"/>
            <a:ext cx="3429000" cy="4709160"/>
          </a:xfrm>
          <a:prstGeom prst="roundRect">
            <a:avLst>
              <a:gd name="adj" fmla="val 1600"/>
            </a:avLst>
          </a:prstGeom>
          <a:solidFill>
            <a:srgbClr val="EEF1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Synthesized in 1.03ms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AST nodes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Function name is unique per security group — fully traceable in the audit log.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3566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value (SG id, ports, CIDR) is substituted from the DriftFinding, not hand-written.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4526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Re-parsed with ast.parse() immediately after generation as a syntax sanity check.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3–4 Sprint Review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EXECUTION SANDBOX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But Verify — Then Run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is never trusted blindly. Every remediation passes through four independent layers before a single AWS API call is made.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848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66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933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 Safety Audit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34086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Re-parses the source; rejects disallowed imports, nested exec/eval, os.system calls, or more than one top-level function.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0848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066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9933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Restricted Builtins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34086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with a minimal, explicit __builtins__ — no open(), no general import machinery beyond the module's own declared imports.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7764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6850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Timeout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03250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worker thread via ThreadPoolExecutor; a hung API call can never wedge the daemon.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52044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37764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6850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Capture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403250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stdout, return value, and any exception are captured into an ExecutionResult for the audit trail — success or failure.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3–4 Sprint Review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DELIVERABLE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— Shipped &amp; Verified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EF1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AST-based code generator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6916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Parses, transforms, and unparses a real remediation template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58400" y="197967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0" y="19796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Sandboxed executor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76148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safety audit + restricted builtins + timeout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0" y="3049524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0" y="30495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EF1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31336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remediation against moto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831336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revoke_security_group_ingress() genuinely executed and verified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058400" y="41193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0" y="41193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01184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901184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Dry-run mode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490118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display fixes without executing — safe for review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058400" y="51892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0" y="51892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3–4 Sprint Review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CLOUD GRAPH ENGINEERING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Persistence — SQLite History &amp; Diffing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topology build and every remediation attempt is persisted, so an operator can answer: "what did the network look like right before the incident, and right after the heal?"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3794760"/>
          </a:xfrm>
          <a:prstGeom prst="roundRect">
            <a:avLst>
              <a:gd name="adj" fmla="val 1446"/>
            </a:avLst>
          </a:prstGeom>
          <a:solidFill>
            <a:srgbClr val="141B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id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44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timestamp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284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label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7124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node_count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096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edge_count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80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graph_json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save_snapshot()  ·  get_snapshot()  ·  diff_snapshots(a, 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5577840" cy="3794760"/>
          </a:xfrm>
          <a:prstGeom prst="roundRect">
            <a:avLst>
              <a:gd name="adj" fmla="val 1446"/>
            </a:avLst>
          </a:prstGeom>
          <a:solidFill>
            <a:srgbClr val="141B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remediation_events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560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id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8986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timestamp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2369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resource_id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5753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security_group_id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913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function_name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2519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success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5902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duration_ms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log_remediation_event()  ·  list_remediation_events()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3–4 Sprint Review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AGENTIC AUTOMATION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PDF Per Incident, Automatically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60350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AeroDrift Autonomous Remediation — Incident Report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Drift Detected — resource, security group, offending rule, attack path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It Was Found — the NetworkX reachability query that flagged it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AST-Synthesized Remediation — the exact generated function, printed in full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177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Execution Result — status, duration, dry-run flag, captured error if any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394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Self-Heal Verification — re-ingested and re-checked reachability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03720" y="1554480"/>
            <a:ext cx="4709160" cy="4846320"/>
          </a:xfrm>
          <a:prstGeom prst="roundRect">
            <a:avLst>
              <a:gd name="adj" fmla="val 1165"/>
            </a:avLst>
          </a:prstGeom>
          <a:solidFill>
            <a:srgbClr val="EEF1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78040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generate a PDF, not just a log line?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423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Attachable directly to a change-management ticket or postmortem.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3200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Human-readable for auditors and reviewers who never touch the terminal.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39776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Generated automatically — zero extra effort per incident, ever.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5669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ReportLab's platypus layout engine (aerodrift/reports/incident_report.py).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3–4 Sprint Review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END-TO-END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Autonomous Loop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68884" y="1920240"/>
            <a:ext cx="1965960" cy="1554480"/>
          </a:xfrm>
          <a:prstGeom prst="roundRect">
            <a:avLst>
              <a:gd name="adj" fmla="val 3529"/>
            </a:avLst>
          </a:prstGeom>
          <a:solidFill>
            <a:srgbClr val="2A35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8884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60324" y="26060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→ DB path found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3132" y="2697480"/>
            <a:ext cx="219456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90876" y="1920240"/>
            <a:ext cx="1965960" cy="1554480"/>
          </a:xfrm>
          <a:prstGeom prst="roundRect">
            <a:avLst>
              <a:gd name="adj" fmla="val 3529"/>
            </a:avLst>
          </a:prstGeom>
          <a:solidFill>
            <a:srgbClr val="2A35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90876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82316" y="26060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AST-synthesized fix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75124" y="2697480"/>
            <a:ext cx="219456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12868" y="1920240"/>
            <a:ext cx="1965960" cy="1554480"/>
          </a:xfrm>
          <a:prstGeom prst="roundRect">
            <a:avLst>
              <a:gd name="adj" fmla="val 3529"/>
            </a:avLst>
          </a:prstGeom>
          <a:solidFill>
            <a:srgbClr val="1E8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12868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04308" y="26060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Sandboxed, real revoke call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97116" y="2697480"/>
            <a:ext cx="219456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34860" y="1920240"/>
            <a:ext cx="1965960" cy="1554480"/>
          </a:xfrm>
          <a:prstGeom prst="roundRect">
            <a:avLst>
              <a:gd name="adj" fmla="val 3529"/>
            </a:avLst>
          </a:prstGeom>
          <a:solidFill>
            <a:srgbClr val="2A35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34860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26300" y="26060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Re-ingest &amp; re-check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319108" y="2697480"/>
            <a:ext cx="219456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56852" y="1920240"/>
            <a:ext cx="1965960" cy="1554480"/>
          </a:xfrm>
          <a:prstGeom prst="roundRect">
            <a:avLst>
              <a:gd name="adj" fmla="val 3529"/>
            </a:avLst>
          </a:prstGeom>
          <a:solidFill>
            <a:srgbClr val="2A356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56852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48292" y="26060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PDF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2553"/>
            </a:avLst>
          </a:prstGeom>
          <a:solidFill>
            <a:srgbClr val="161C4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the sandbox: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617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~1.3s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166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verified heal, end-to-end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520440" y="4617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1.03ms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5166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synthesis time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4617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5166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nodes in the generated function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4617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12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8915400" y="5166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in CI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3–4 Sprint Review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· QUALITY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42976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Topology &amp; Detection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274320" cy="2743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134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zero findings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200400"/>
            <a:ext cx="274320" cy="2743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3639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drift → correct attack path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4023360"/>
            <a:ext cx="274320" cy="2743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95935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JSON round-trip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846320"/>
            <a:ext cx="274320" cy="2743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7823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diffing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51960" y="1600200"/>
            <a:ext cx="3429000" cy="42976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480560" y="1783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Codegen &amp; Sandbox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80560" y="2377440"/>
            <a:ext cx="274320" cy="2743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056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23134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source always valid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80560" y="3200400"/>
            <a:ext cx="274320" cy="2743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056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313639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function per SG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80560" y="4023360"/>
            <a:ext cx="274320" cy="2743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8056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395935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executes against live moto API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80560" y="4846320"/>
            <a:ext cx="274320" cy="2743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8056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47823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Disallowed imports blocked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955280" y="1600200"/>
            <a:ext cx="3429000" cy="42976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183880" y="1783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&amp; Persistence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183880" y="2377440"/>
            <a:ext cx="274320" cy="2743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18388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595360" y="23134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collectors return data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83880" y="3200400"/>
            <a:ext cx="274320" cy="2743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18388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595360" y="313639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save &amp; diff correctly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183880" y="4023360"/>
            <a:ext cx="274320" cy="2743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18388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595360" y="395935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events logged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183880" y="4846320"/>
            <a:ext cx="274320" cy="2743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1838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595360" y="47823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never mutates AWS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480560" y="608076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80560" y="6080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 TESTS PASSING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3–4 Sprint Review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Pipeline, Front to 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4584" y="210312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EEF1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00304" y="226771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00304" y="2670048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 + asyncio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45056" y="2720340"/>
            <a:ext cx="100584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54784" y="210312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EEF1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200504" y="226771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200504" y="2670048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45256" y="2720340"/>
            <a:ext cx="100584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54984" y="210312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00704" y="226771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Codegen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800704" y="2670048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45456" y="2720340"/>
            <a:ext cx="100584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55184" y="210312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400904" y="226771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00904" y="2670048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45656" y="2720340"/>
            <a:ext cx="100584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55384" y="210312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EEF1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001104" y="226771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001104" y="2670048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45856" y="2720340"/>
            <a:ext cx="100584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55584" y="210312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EEF1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01304" y="226771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601304" y="2670048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46056" y="2720340"/>
            <a:ext cx="100584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55784" y="210312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EEF1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201504" y="226771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0201504" y="2670048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ReportLab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module aware of moto is daemon.py's mock_aws() context — every other module speaks plain boto3/networkx/ast and runs unmodified against a real AWS account.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572000"/>
            <a:ext cx="11064240" cy="1691640"/>
          </a:xfrm>
          <a:prstGeom prst="roundRect">
            <a:avLst>
              <a:gd name="adj" fmla="val 3243"/>
            </a:avLst>
          </a:prstGeom>
          <a:solidFill>
            <a:srgbClr val="141B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review criteria — all met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5166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autonomous detect→fix→verify loop, unattended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5166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SQLite history with topology diffing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5669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incident report per event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5669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12/12 tests passing in CI on every push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3–4 Sprint Review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detection to self-heal in about a second.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closes the gap between Terraform detecting drift and a human approving the fix — for one well-scoped, high-confidence, high-severity incident class — safely, autonomously, and with a complete audit trail.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10058400" cy="2377440"/>
          </a:xfrm>
          <a:prstGeom prst="roundRect">
            <a:avLst>
              <a:gd name="adj" fmla="val 2308"/>
            </a:avLst>
          </a:prstGeom>
          <a:solidFill>
            <a:srgbClr val="161C4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layout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97764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aerodrift/  (ingestion · graph · codegen · remediation · persistence · dashboard · reports)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30682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        12 pytest cases, hermetic, no AWS account required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6360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      run_demo.py — the one-command end-to-end demo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96519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         ARCHITECTURE.md + full project documentation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294376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.github/workflows/ci.yml   automated test run on every push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  ·  ready to push to GitHub  ·  README documents running against a real AWS account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3–4 Sprint 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AeroDrift — Week 3-4 Sprint Review</dc:title>
  <dc:subject>PptxGenJS Presentation</dc:subject>
  <dc:creator>AeroDrift Project</dc:creator>
  <cp:lastModifiedBy>AeroDrift Project</cp:lastModifiedBy>
  <cp:revision>1</cp:revision>
  <dcterms:created xsi:type="dcterms:W3CDTF">2026-09-19T06:18:25Z</dcterms:created>
  <dcterms:modified xsi:type="dcterms:W3CDTF">2026-09-19T06:18:25Z</dcterms:modified>
</cp:coreProperties>
</file>