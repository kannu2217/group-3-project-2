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188720"/>
            <a:ext cx="1188720" cy="73152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18872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192024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560320"/>
            <a:ext cx="548640" cy="146304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3291840"/>
            <a:ext cx="274320" cy="155448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4023360"/>
            <a:ext cx="1097280" cy="82296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4023360"/>
            <a:ext cx="365760" cy="1371600"/>
          </a:xfrm>
          <a:prstGeom prst="line">
            <a:avLst/>
          </a:prstGeom>
          <a:noFill/>
          <a:ln w="15875">
            <a:solidFill>
              <a:srgbClr val="3944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11887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9264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881360" y="192024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881360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25603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247120" y="3291840"/>
            <a:ext cx="310896" cy="310896"/>
          </a:xfrm>
          <a:prstGeom prst="ellipse">
            <a:avLst/>
          </a:prstGeom>
          <a:solidFill>
            <a:srgbClr val="C629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24712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0" y="402336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0" y="4005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0" y="48463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0" y="4828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9760" y="539496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09760" y="5376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AeroDrift</a:t>
            </a:r>
            <a:endParaRPr lang="en-US" sz="6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Cloud Topology &amp; AST Remediation Graph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9808" y="3886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2A35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  ·  SPRINT REVIEW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Graph Engineering &amp; CLI Foundations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 &amp; Infrastructure Automation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— Weeks 1 &amp;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64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305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drift remediation can't wait for a human review cycle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64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Ingestion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305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boto3 pipeline pulling live sandbox AWS state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19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Sandbox Baseline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850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two-tier secure VPC to test against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611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19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Graph Foundations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850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the account as a NetworkX reachability graph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8737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Drift Detection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23951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database path queries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7091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EF1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737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Mid-Review Results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23951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speed, dashboard rendering, zero false positives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private production database has been exposed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public internet.”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accidental manual policy update — a security-group rule opened to 0.0.0.0/0 while debugging — creates an unapproved network path. Terraform can detect this on the next plan. It cannot fix it without a human clicking approve, and every minute in between is exposure.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+ approval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Minutes–Hours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exposure window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 taken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Weeks 1–2 Set Out To 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184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AWS network state concurrently, not serially, using asyncio-wrapped boto3 calls.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358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zero-cost, zero-credential sandbox so the pipeline is testable without a real AWS account.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4531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account topology in a form that supports arbitrary reachability queries.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6184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live Internet → database path within seconds of it appearing.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0358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that topology as a legible, real-time terminal dashboard.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384048" cy="38404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4531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zero false positives against a clean, correctly-configured baseline.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CLOUD GRAPH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Ingestion — boto3 + asyncio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has no native async support, so seven describe_* calls are fanned out across a thread pool via asyncio.to_thread and gathered concurrently — turning a ~900ms serial poll into one that completes in well under 200ms.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moto sandbox)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3063240"/>
            <a:ext cx="8229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23360" y="205740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519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asyncio.gather(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describe_vpcs()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describe_subnets()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describe_route_tables()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describe_security_groups()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describe_instances()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3063240"/>
            <a:ext cx="822960" cy="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237744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0" y="2377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(dataclass snapshot)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aerodrift/ingestion/aws_client.py  ·  AWSIngestionPipeline.collect()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SANDBOX ENVIRONMENT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Secure Baseline We Test Against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sandbox_seed.py builds this exact two-tier VPC through real boto3 calls against moto — so the same ingestion code path runs whether it's talking to the sandbox or a live AWS account.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(0.0.0.0/0)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2468880"/>
            <a:ext cx="0" cy="50292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EF1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80160" y="3520440"/>
            <a:ext cx="0" cy="274320"/>
          </a:xfrm>
          <a:prstGeom prst="line">
            <a:avLst/>
          </a:prstGeom>
          <a:noFill/>
          <a:ln w="22225">
            <a:solidFill>
              <a:srgbClr val="AAB6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3794760"/>
            <a:ext cx="4754880" cy="0"/>
          </a:xfrm>
          <a:prstGeom prst="line">
            <a:avLst/>
          </a:prstGeom>
          <a:noFill/>
          <a:ln w="19050">
            <a:solidFill>
              <a:srgbClr val="AAB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3794760"/>
            <a:ext cx="0" cy="274320"/>
          </a:xfrm>
          <a:prstGeom prst="line">
            <a:avLst/>
          </a:prstGeom>
          <a:noFill/>
          <a:ln w="22225">
            <a:solidFill>
              <a:srgbClr val="AAB6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794760"/>
            <a:ext cx="0" cy="274320"/>
          </a:xfrm>
          <a:prstGeom prst="line">
            <a:avLst/>
          </a:prstGeom>
          <a:noFill/>
          <a:ln w="22225">
            <a:solidFill>
              <a:srgbClr val="AAB6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06908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RT  →  0.0.0.0/0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280160" y="4617720"/>
            <a:ext cx="0" cy="32004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EF1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Subnet-Public-DMZ (10.0.1.0/24)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80160" y="5532120"/>
            <a:ext cx="0" cy="27432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585216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852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sg-public-app  →  bastion-web-01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406908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4450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RT  →  no internet route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4617720"/>
            <a:ext cx="0" cy="32004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51960" y="498348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EEF1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51960" y="4983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Subnet-Isolated-DB (10.0.20.0/24)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5532120"/>
            <a:ext cx="0" cy="274320"/>
          </a:xfrm>
          <a:prstGeom prst="line">
            <a:avLst/>
          </a:prstGeom>
          <a:noFill/>
          <a:ln w="2222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51960" y="58521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51960" y="5852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sg-rds-aurora-isolated-db  →  Postgres 5432, app-tier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406908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EEF1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baseline matters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61772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tier has no route to the internet and only accepts traffic from the app-tier security group — exactly the configuration the drift detector must recognize as clean, with zero false positives.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DELIVERABLE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Shipped &amp; Verified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boto3 ingestion pipeline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916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concurrent collectors via asyncio.gather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0" y="19796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0" y="19796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baseline environment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6148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VPC seeded through real boto3 calls against moto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0" y="304952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0" y="30495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31336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drift injector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83133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exact 0.0.0.0/0 incident on demand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0" y="41193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0" y="41193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0118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CloudState data model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90118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dataclass snapshot consumed by the graph engine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8400" y="51892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0" y="51892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CLOUD GRAPH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Foundations — Modelling AWS in NetworkX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AWS resource becomes a typed node; every real network reachability relationship becomes a directed edge. A -&gt; B means "traffic can flow from A to B."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21992"/>
            <a:ext cx="502920" cy="50292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58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221992"/>
            <a:ext cx="502920" cy="50292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258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internet_gateway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96596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6448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258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route_table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456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subnet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320040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53128" y="3456432"/>
            <a:ext cx="502920" cy="502920"/>
          </a:xfrm>
          <a:prstGeom prst="ellipse">
            <a:avLst/>
          </a:prstGeom>
          <a:solidFill>
            <a:srgbClr val="C97A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53128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security_group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55280" y="320040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3456432"/>
            <a:ext cx="502920" cy="502920"/>
          </a:xfrm>
          <a:prstGeom prst="ellipse">
            <a:avLst/>
          </a:prstGeom>
          <a:solidFill>
            <a:srgbClr val="C629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56448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 / database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64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edge types drive detection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2303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→ sg   (direct policy-bypass edge, added for any open 0.0.0.0/0 ingress rule)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igw → rtb → subnet → sg → instance   (routed chain, only if a public route + open SG both exist)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DRIFT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Query: “Is X Reachable From the Internet?”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3520440"/>
          </a:xfrm>
          <a:prstGeom prst="roundRect">
            <a:avLst>
              <a:gd name="adj" fmla="val 1558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db_node in topo.database_nodes():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93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topo.is_internet_reachable(db_node):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 = topo.find_path(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96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"internet", db_node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79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findings.append(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46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DriftFinding(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0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resource_id=...,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13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attack_path=path,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970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severity="CRITICAL",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640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1417320"/>
            <a:ext cx="4343400" cy="3520440"/>
          </a:xfrm>
          <a:prstGeom prst="roundRect">
            <a:avLst>
              <a:gd name="adj" fmla="val 1558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graph query beats a rule checklist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286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nx.has_path() call replaces a hand-written checklist of every possible bypass combination.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154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same query already generalizes to any resource pair — not just Internet→DB.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023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returned path is the attack path — no separate tracing logic needed for the audit log.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the sandbox: CRITICAL · sg-rds-aurora-isolated-db · blast score 80/100 · path traced in ~1.3s end-to-end.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AUDIT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the Terminal — Rich-Powered Topology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1165"/>
            </a:avLst>
          </a:prstGeom>
          <a:solidFill>
            <a:srgbClr val="0D12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Internet (0.0.0.0/0)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7568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🚪 igw-04f...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973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🛣 rtb-public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437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🧩 Subnet-Public-DMZ-1a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278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🔒 sg-public-application-lb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118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💻 bastion-app-web-01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9592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🔒 sg-rds-aurora-isolated-db  ⚠ DRIFTED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7997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🗄 prod-aurora-postgres-01  ⚠ DRIFTED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scripts/run_demo.py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Measured Against the Review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sec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detection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 sec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97680" y="18745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clean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3291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findings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1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18745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drifted nodes rendered in 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3291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tree 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checked live: manually altering a sandbox security group and re-running the ingest–detect cycle.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292608" cy="29260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7914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audit: new path detected under the 5-second bar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292608" cy="29260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376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3400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check: drifted resource highlighted bold red with a DRIFTED tag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943600"/>
            <a:ext cx="292608" cy="29260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8887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re-check: zero regressions introduced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Weeks 1–2 Are Built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38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 / botocore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access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938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ingestion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1938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AWS sandbox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graph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429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8056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terminal dashboard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3429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8388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Hermetic test suite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1–2: the eyes are open.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can now see its cloud account as a live graph and knows, within ~1.3 seconds, the exact moment a database becomes reachable from the internet.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Weeks 3–4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8313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exact fix as real Python code via the ast module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48056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4256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it safely inside a locked-down sandbox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507492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020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self-heal and generate a PDF incident report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AeroDrift · Week 1–2 Sprint Review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AeroDrift — Week 1-2 Sprint Review</dc:title>
  <dc:subject>PptxGenJS Presentation</dc:subject>
  <dc:creator>AeroDrift Project</dc:creator>
  <cp:lastModifiedBy>AeroDrift Project</cp:lastModifiedBy>
  <cp:revision>1</cp:revision>
  <dcterms:created xsi:type="dcterms:W3CDTF">2026-09-19T06:15:48Z</dcterms:created>
  <dcterms:modified xsi:type="dcterms:W3CDTF">2026-09-19T06:15:48Z</dcterms:modified>
</cp:coreProperties>
</file>